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5600" y="82296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247120" y="1463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23774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12880" y="310896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0" y="3931920"/>
            <a:ext cx="155448" cy="15544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0" y="4846320"/>
            <a:ext cx="201168" cy="20116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0" y="5760720"/>
            <a:ext cx="109728" cy="10972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6035040"/>
            <a:ext cx="155448" cy="15544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5577840"/>
            <a:ext cx="201168" cy="201168"/>
          </a:xfrm>
          <a:prstGeom prst="ellipse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4754880"/>
            <a:ext cx="109728" cy="109728"/>
          </a:xfrm>
          <a:prstGeom prst="ellipse">
            <a:avLst/>
          </a:prstGeom>
          <a:solidFill>
            <a:srgbClr val="02C39A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777240"/>
            <a:ext cx="777240" cy="77724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979322"/>
            <a:ext cx="373075" cy="373075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77240" y="173736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822960" y="2697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2960" y="3429000"/>
            <a:ext cx="9601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22960" y="4892040"/>
            <a:ext cx="4754880" cy="0"/>
          </a:xfrm>
          <a:prstGeom prst="line">
            <a:avLst/>
          </a:prstGeom>
          <a:noFill/>
          <a:ln w="19050">
            <a:solidFill>
              <a:srgbClr val="232E6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 — we caught all three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TIER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93792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TIER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70264" y="20391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TIER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mHa silent truncation error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problem, the heavy-artillery reference itself was off by ~1.9 kcal/mol — detected only by our audit.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8571"/>
            </a:avLst>
          </a:prstGeom>
          <a:solidFill>
            <a:srgbClr val="16205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audit: a measuring tape that can only read long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576" y="2237720"/>
            <a:ext cx="316017" cy="3160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576" y="3655040"/>
            <a:ext cx="316017" cy="31601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6667"/>
            </a:avLst>
          </a:prstGeom>
          <a:solidFill>
            <a:srgbClr val="232E6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576" y="5072360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18" name="Text 13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0080" y="617220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to match: predictions pre-registered and cryptographically frozen before every decisive run — failures published with the same prominence as wins.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 — audited against nature and at scale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LAB-VERIFIED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18A6D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TEST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13" name="Shape 11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18" name="Shape 16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375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88900" dist="25400" dir="5400000">
              <a:srgbClr val="9AA3B2">
                <a:alpha val="3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C13438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for $12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CrO, the audit landed below the trusted reference: provably closer to the truth. Compute cost of the audit: ~$12 and under 3 hours on a rented cloud GPU.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640080" y="6172200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and exact-to-the-digit execution on NVIDIA GPUs.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 — audit the load-bearing welds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9DB8E8"/>
          </a:solidFill>
          <a:ln/>
        </p:spPr>
      </p:sp>
      <p:sp>
        <p:nvSpPr>
          <p:cNvPr id="7" name="Text 5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16205B"/>
          </a:solidFill>
          <a:ln/>
        </p:spPr>
      </p:sp>
      <p:sp>
        <p:nvSpPr>
          <p:cNvPr id="9" name="Text 7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2C39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18A6D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4286"/>
            </a:avLst>
          </a:prstGeom>
          <a:solidFill>
            <a:srgbClr val="F3F6FC"/>
          </a:solidFill>
          <a:ln/>
        </p:spPr>
      </p:sp>
      <p:sp>
        <p:nvSpPr>
          <p:cNvPr id="15" name="Text 12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13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16205B"/>
          </a:solidFill>
          <a:ln/>
        </p:spPr>
      </p:sp>
      <p:sp>
        <p:nvSpPr>
          <p:cNvPr id="18" name="Text 15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62179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now: it runs today, and the frontier only moves outward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085" y="1844893"/>
            <a:ext cx="333573" cy="33357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 and chemically accurate at 28 on rented NVIDIA GPUs; reference-correcting at 38; the 40-qubit flagship in flight. No exotic infrastructure — cloud instances anyone can rent.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16205B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085" y="3417661"/>
            <a:ext cx="333573" cy="33357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12" name="Text 8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6000"/>
            </a:avLst>
          </a:prstGeom>
          <a:solidFill>
            <a:srgbClr val="F3F6FC"/>
          </a:solidFill>
          <a:ln/>
          <a:effectLst>
            <a:outerShdw sx="100000" sy="100000" kx="0" ky="0" algn="bl" rotWithShape="0" blurRad="76200" dist="25400" dir="5400000">
              <a:srgbClr val="9AA3B2">
                <a:alpha val="3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6205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085" y="4990429"/>
            <a:ext cx="333573" cy="33357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17" name="Text 12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A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(committed, reproducible)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38-qubit reference corrected for ~$12 of cloud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GPU execution (20q) and chemical accuracy beyond it (28q)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2195"/>
            </a:avLst>
          </a:prstGeom>
          <a:solidFill>
            <a:srgbClr val="232E6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95160" y="15179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(stated as such, never as done)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40-qubit certified pass — flagship run executing now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2C39A"/>
          </a:solidFill>
          <a:ln/>
        </p:spPr>
      </p:sp>
      <p:sp>
        <p:nvSpPr>
          <p:cNvPr id="12" name="Text 8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162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2026-07-19T04:54:28Z</dcterms:created>
  <dcterms:modified xsi:type="dcterms:W3CDTF">2026-07-19T04:54:28Z</dcterms:modified>
</cp:coreProperties>
</file>