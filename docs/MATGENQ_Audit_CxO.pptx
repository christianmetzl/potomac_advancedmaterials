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82296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463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23774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12880" y="310896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0" y="3931920"/>
            <a:ext cx="155448" cy="15544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4846320"/>
            <a:ext cx="201168" cy="20116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0" y="576072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6035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55778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475488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979322"/>
            <a:ext cx="373075" cy="37307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1737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22960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22960" y="4892040"/>
            <a:ext cx="4754880" cy="0"/>
          </a:xfrm>
          <a:prstGeom prst="line">
            <a:avLst/>
          </a:prstGeom>
          <a:noFill/>
          <a:ln w="19050">
            <a:solidFill>
              <a:srgbClr val="232E6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 — we caught all three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TIER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TIER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mHa silent truncation error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8571"/>
            </a:avLst>
          </a:prstGeom>
          <a:solidFill>
            <a:srgbClr val="16205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audit: a measuring tape that can only read long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576" y="223772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76" y="3655040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576" y="5072360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 — audited against nature and at scale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LAB-VERIFIED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for $12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 — audit the load-bearing welds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9DB8E8"/>
          </a:solidFill>
          <a:ln/>
        </p:spPr>
      </p:sp>
      <p:sp>
        <p:nvSpPr>
          <p:cNvPr id="7" name="Text 5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16205B"/>
          </a:solidFill>
          <a:ln/>
        </p:spPr>
      </p:sp>
      <p:sp>
        <p:nvSpPr>
          <p:cNvPr id="9" name="Text 7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2C39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18A6D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F3F6FC"/>
          </a:solidFill>
          <a:ln/>
        </p:spPr>
      </p:sp>
      <p:sp>
        <p:nvSpPr>
          <p:cNvPr id="15" name="Text 12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16205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217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it runs today, and the frontier only moves outward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5" y="1844893"/>
            <a:ext cx="333573" cy="3335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 and chemically accurate at 28 on rented NVIDIA GPUs; reference-correcting at 38; the 40-qubit flagship in flight. No exotic infrastructure — cloud instances anyone can rent.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6205B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5" y="3417661"/>
            <a:ext cx="333573" cy="3335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085" y="4990429"/>
            <a:ext cx="333573" cy="3335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(committed, reproducible)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38-qubit reference corrected for ~$12 of cloud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GPU execution (20q) and chemical accuracy beyond it (28q)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9516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(stated as such, never as done)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40-qubit certified pass — flagship run executing now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2026-07-19T05:01:14Z</dcterms:created>
  <dcterms:modified xsi:type="dcterms:W3CDTF">2026-07-19T05:01:14Z</dcterms:modified>
</cp:coreProperties>
</file>