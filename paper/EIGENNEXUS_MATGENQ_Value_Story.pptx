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EIGENNEXUS   ·   GIC 2026 Phase 3   ·   Advanced Materials (Mitsubishi Chemical &amp; AIST)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MATGEN-Q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85800" y="25146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4FD1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bluff-detector for the expensive chemistry decisions.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320040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designs the quantum circuits. A quantum-selected solver returns an answer that is always honest about its own error — so a wrong prediction never reaches the lab.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461772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151E33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4754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40q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60120" y="5257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executed, pre-reg PASS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06240" y="461772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151E33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4754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B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26/26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480560" y="5257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re-runnable checks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26680" y="461772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151E33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01000" y="4754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A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p&lt;0.0001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001000" y="5257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transfer to 56q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one candidate is a months-long bet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Advancing a single photoresist candidate from computer to synthesis and lithographic test costs months of lab time and real money. So the decision of what to build is made by a computer prediction — before anyone touches a flask.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3200400"/>
            <a:ext cx="6400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catch: the chemistry that matters most for EUV photoresists — strongly-correlated Sn / Hf / Zr metal-oxides — is exactly the chemistry where the standard prediction is least trustworthy.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0" y="1783080"/>
            <a:ext cx="3977640" cy="2651760"/>
          </a:xfrm>
          <a:prstGeom prst="roundRect">
            <a:avLst>
              <a:gd name="adj" fmla="val 2759"/>
            </a:avLst>
          </a:prstGeom>
          <a:solidFill>
            <a:srgbClr val="151E33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18120" y="20574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$800B+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818120" y="28803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 industry riding on photoresist chemistry — where a wrong candidate is paid for in months, not minutes.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4617720"/>
            <a:ext cx="10789920" cy="1371600"/>
          </a:xfrm>
          <a:prstGeom prst="roundRect">
            <a:avLst>
              <a:gd name="adj" fmla="val 5333"/>
            </a:avLst>
          </a:prstGeom>
          <a:solidFill>
            <a:srgbClr val="1B2540"/>
          </a:solidFill>
          <a:ln w="12700">
            <a:solidFill>
              <a:srgbClr val="2A36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4617720"/>
            <a:ext cx="10149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this deck answers:  </a:t>
            </a:r>
            <a:pPr indent="0" marL="0">
              <a:buNone/>
            </a:pPr>
            <a:r>
              <a:rPr lang="en-US" sz="1700" i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 worth to know when your computer prediction is wrong — before you build?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9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  ·  MEASURED, NOT ASSUMED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gold standard doesn't just err — it bluffs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strongly-correlated bonds, CCSD(T) collapses non-variationally: it returns an energy BELOW the true answer, confidently, with no internal signal that anything is wrong.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697480"/>
            <a:ext cx="3502152" cy="2514600"/>
          </a:xfrm>
          <a:prstGeom prst="roundRect">
            <a:avLst>
              <a:gd name="adj" fmla="val 2909"/>
            </a:avLst>
          </a:prstGeom>
          <a:solidFill>
            <a:srgbClr val="151E33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41832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 mHa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41832" y="33467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exact energy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41832" y="37033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H₁₀ stretched to dissociation — an unphysical, confidently-wrong number.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41832" y="48280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strong_correlation.py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2697480"/>
            <a:ext cx="3502152" cy="2514600"/>
          </a:xfrm>
          <a:prstGeom prst="roundRect">
            <a:avLst>
              <a:gd name="adj" fmla="val 2909"/>
            </a:avLst>
          </a:prstGeom>
          <a:solidFill>
            <a:srgbClr val="151E33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99432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~144 mHa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99432" y="33467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non-convergent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99432" y="37033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Cr–O bond stretch, identical active space as the exact reference. Non-convergent points scatter on re-runs (to ~162) — that scatter IS the failure.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99432" y="48280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cro_dissociation.py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01000" y="2697480"/>
            <a:ext cx="3502152" cy="2514600"/>
          </a:xfrm>
          <a:prstGeom prst="roundRect">
            <a:avLst>
              <a:gd name="adj" fmla="val 2909"/>
            </a:avLst>
          </a:prstGeom>
          <a:solidFill>
            <a:srgbClr val="151E33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57032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40× error growth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57032" y="33467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 → 5.49 mHa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57032" y="37033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Sn₂O₂ EUV motif under bridge cleavage — QSCI stays ≤0.48 mHa.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57032" y="48280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sn2o2_dissociation.py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54406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screen built on a method that fails silently inherits every one of those failures — and pays for them in the lab.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" y="63276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measured in this work and re-runnable via reproduce.py; CCSD(T) uses the identical embedded Hamiltonian as the exact reference (apples-to-apples).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B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method cannot bluff — by construction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3FB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Variational. 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QSCI can only ever return an upper bound to the true energy. It cannot sit below the right answer the way CCSD(T) does — the failure mode simply does not exist for it.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6060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3FB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Self-certifying. 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Epstein–Nesbet PT2 bracket tells you how converged you are. So the answer is either certified-converged, or it tells you it isn't. It never looks confident while being wrong.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361188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151E33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37947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B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CCSD(T) fails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4224528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Confidently wrong. Sits 217 mHa below the exact answer with no error signal at all — you cannot tell a good prediction from a bad one.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361188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151E33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37947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F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QSCI stands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4224528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rigorous bound, with its own error certificate — and on the real oxides it stays within chemical accuracy throughout (≤2.8 mHa on CrO, ≤0.48 mHa on Sn₂O₂).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5800" y="63276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EN-PT2 certificate: encoder/selci_pt2.py — extrapolation hits FCI to ~4 mHa at equilibrium, ~54 mHa stretched (disclosed); the bracket is rigorous either way.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CONTRIBUTED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 ·  Quantum  ·  Business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502152" cy="4069080"/>
          </a:xfrm>
          <a:prstGeom prst="roundRect">
            <a:avLst>
              <a:gd name="adj" fmla="val 2089"/>
            </a:avLst>
          </a:prstGeom>
          <a:solidFill>
            <a:srgbClr val="151E33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9A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41832" y="2331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circuit design that transfers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41832" y="3063240"/>
            <a:ext cx="30175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classical GPT-style transformer writes the quantum circuits — it is not a quantum model.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8q+12q only, deployed zero-shot to 56 qubits: 43/48 paired wins, p&lt;0.0001 (8 seeds).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energy alone, it recovers the MP2 amplitude hierarchy it was never shown (ρ=0.31).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502152" cy="4069080"/>
          </a:xfrm>
          <a:prstGeom prst="roundRect">
            <a:avLst>
              <a:gd name="adj" fmla="val 2089"/>
            </a:avLst>
          </a:prstGeom>
          <a:solidFill>
            <a:srgbClr val="151E33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99432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99432" y="2331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Executed at scale — and on real devices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99432" y="3063240"/>
            <a:ext cx="30175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qubits, chemically accurate vs its frozen reference (+1.226 mHa, pre-registered pass).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20q / 28q on NVIDIA GPU; trapped-ion QPU silicon decoded and driving the same solver.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38q runs that CORRECT their classical DMRG reference — verified at three bond dimensions.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01000" y="1783080"/>
            <a:ext cx="3502152" cy="4069080"/>
          </a:xfrm>
          <a:prstGeom prst="roundRect">
            <a:avLst>
              <a:gd name="adj" fmla="val 2089"/>
            </a:avLst>
          </a:prstGeom>
          <a:solidFill>
            <a:srgbClr val="151E33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57032" y="1965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3FB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57032" y="2331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pre-synthesis trust gate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57032" y="3063240"/>
            <a:ext cx="30175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the confidently-wrong classical number before the months-long synthesis commit.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the strongly-correlated subset — exactly the EUV Sn/Hf/Zr oxide chemistry.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auditable, not asserted: cost_audit.py re-derives program spend from published pricing.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63276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GQE (Nakaji et al. 2024) and QSCI (Kanno et al. 2023) are prior art we build on and cite; the pairing at scale, the transfer generator and the executed results are ours.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B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WE ALMOST FILED AS A FAILURE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caught a silent error in the reference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6446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38 qubits our answer came in BELOW the trusted classical reference — on two independent systems. Both are variational upper bounds on the identical Hamiltonian, so the lower energy is strictly more accurate.</a:t>
            </a:r>
            <a:endParaRPr lang="en-US" sz="1550" dirty="0"/>
          </a:p>
        </p:txBody>
      </p:sp>
      <p:pic>
        <p:nvPicPr>
          <p:cNvPr id="5" name="Image 0" descr="/home/user/potomac_advancedmaterials/results/chi_ladder_corr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691640"/>
            <a:ext cx="4206240" cy="24323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3017520"/>
            <a:ext cx="6446520" cy="1234440"/>
          </a:xfrm>
          <a:prstGeom prst="roundRect">
            <a:avLst>
              <a:gd name="adj" fmla="val 5926"/>
            </a:avLst>
          </a:prstGeom>
          <a:solidFill>
            <a:srgbClr val="151E33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60120" y="31363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B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−3.784 / −0.399 mHa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023360" y="3154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corrections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60120" y="354787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 and the real Sn₂O₂ EUV motif — both below their committed same-CAS DMRG(χ=400) reference.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85800" y="4343400"/>
            <a:ext cx="6446520" cy="1234440"/>
          </a:xfrm>
          <a:prstGeom prst="roundRect">
            <a:avLst>
              <a:gd name="adj" fmla="val 5926"/>
            </a:avLst>
          </a:prstGeom>
          <a:solidFill>
            <a:srgbClr val="151E33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60120" y="44622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χ=400 → 800 → 1200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023360" y="4480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mechanism, proven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60120" y="487375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Escalating the classical bond dimension walks DMRG down toward our energy (+3.78 → +1.06 → +0.36 mHa) and never crosses it.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85800" y="5669280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1B2540"/>
          </a:solidFill>
          <a:ln w="12700">
            <a:solidFill>
              <a:srgbClr val="2A36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005840" y="566928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3FB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DMRG gives you no signal that your bond dimension is big enough — you stop when it looks converged. An independent variational method coming in lower is proof you hadn't. Useful today, with no quantum-advantage claim.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269480" y="4224528"/>
            <a:ext cx="4206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D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limits: this is the METHOD, not the hardware — at 38q the determinant selection ran classically (the disclosed proxy; device-sampled selection is validated at 20q/28q). Not cheaper (19.1 h vs ~15 min to escalate χ classically) — the value is the trigger, not the compute. n = 2: a pattern, not a measured rate. Reported as the pre-registered P4 criterion failing as-measured.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9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PREDICTIVE RULE  ·  MEASURED AGAINST EXACT FCI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can you trust a classical reference?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6276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axes silently break a bond dimension you already validated — one measured against exact FCI.</a:t>
            </a:r>
            <a:endParaRPr lang="en-US" sz="1450" dirty="0"/>
          </a:p>
        </p:txBody>
      </p:sp>
      <p:pic>
        <p:nvPicPr>
          <p:cNvPr id="5" name="Image 0" descr="/home/user/potomac_advancedmaterials/results/reference_reli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57400"/>
            <a:ext cx="10241280" cy="3703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5852160"/>
            <a:ext cx="10789920" cy="777240"/>
          </a:xfrm>
          <a:prstGeom prst="roundRect">
            <a:avLst>
              <a:gd name="adj" fmla="val 9412"/>
            </a:avLst>
          </a:prstGeom>
          <a:solidFill>
            <a:srgbClr val="1B2540"/>
          </a:solidFill>
          <a:ln w="12700">
            <a:solidFill>
              <a:srgbClr val="2A36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840" y="585216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9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bond dimension validated on a smaller or easier system tells you nothing about its error on a larger or harder one — and DMRG gives no internal signal either way. That is where an independent check earns its keep.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B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SCIENTIFIC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40-qubit exact energy — pinned twice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 at 40 qubits is intractable (~3.4×10¹⁰ determinants), so any “exact” value is an extrapolation you must take on trust. We pin it by two independent routes.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788920"/>
            <a:ext cx="6217920" cy="1298448"/>
          </a:xfrm>
          <a:prstGeom prst="roundRect">
            <a:avLst>
              <a:gd name="adj" fmla="val 5634"/>
            </a:avLst>
          </a:prstGeom>
          <a:solidFill>
            <a:srgbClr val="151E33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9169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29169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tensor network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−10.293599 Ha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3319272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block2 DMRG χ=400→2400, extrapolated on discarded weight → 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4206240"/>
            <a:ext cx="6217920" cy="1298448"/>
          </a:xfrm>
          <a:prstGeom prst="roundRect">
            <a:avLst>
              <a:gd name="adj" fmla="val 5634"/>
            </a:avLst>
          </a:prstGeom>
          <a:solidFill>
            <a:srgbClr val="151E33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43342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A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43342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 selection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1480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A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−10.293621 Ha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4736592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selected-CI/QSCI on 750,257 dets, extrapolated on PT2 → 0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562356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1B2540"/>
          </a:solidFill>
          <a:ln w="12700">
            <a:solidFill>
              <a:srgbClr val="2A36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5623560"/>
            <a:ext cx="5577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3FB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agree to 0.064 mHa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 the WORST fit window (0.004 best). With Route A’s own jackknife spread folded in: ~0.10 mHa, ~15× inside chemical accuracy — sharing no solver, no extrapolation variable, no code path.</a:t>
            </a:r>
            <a:endParaRPr lang="en-US" sz="1500" dirty="0"/>
          </a:p>
        </p:txBody>
      </p:sp>
      <p:pic>
        <p:nvPicPr>
          <p:cNvPr id="17" name="Image 0" descr="/home/user/potomac_advancedmaterials/results/crossvalidation_40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103120"/>
            <a:ext cx="4389120" cy="20116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086600" y="4572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cross-validated benchmark other groups can cite: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086600" y="486460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FCI(H₂₀, 40q, STO-6G) ≈ −10.29361 Ha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086600" y="534924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D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routes are extrapolations, not exact FCI; we quote the WORST fit window, not the best. No new computation — analysis of already-committed evidence.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B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SCIENTIFIC VALUE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so a skeptic can check every number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789920" cy="1005840"/>
          </a:xfrm>
          <a:prstGeom prst="roundRect">
            <a:avLst>
              <a:gd name="adj" fmla="val 7273"/>
            </a:avLst>
          </a:prstGeom>
          <a:solidFill>
            <a:srgbClr val="151E33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9293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BF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Pre-registered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749040" y="1911096"/>
            <a:ext cx="7452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judged claim's threshold was git-timestamped BEFORE the run. Outcomes reported as measured — passes, a resource-DNF, a non-convergence.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898648"/>
            <a:ext cx="10789920" cy="1005840"/>
          </a:xfrm>
          <a:prstGeom prst="roundRect">
            <a:avLst>
              <a:gd name="adj" fmla="val 7273"/>
            </a:avLst>
          </a:prstGeom>
          <a:solidFill>
            <a:srgbClr val="151E33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30449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D1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Re-runnable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749040" y="3026664"/>
            <a:ext cx="7452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re-executes 17 headline scripts and audits 9 GPU/QPU artifacts: 26/26 PASS, no modification needed.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4014216"/>
            <a:ext cx="10789920" cy="1005840"/>
          </a:xfrm>
          <a:prstGeom prst="roundRect">
            <a:avLst>
              <a:gd name="adj" fmla="val 7273"/>
            </a:avLst>
          </a:prstGeom>
          <a:solidFill>
            <a:srgbClr val="151E33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4160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B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Self-corrected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49040" y="4142232"/>
            <a:ext cx="7452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claims we tested and WITHDREW: an active-space-fragile ranking, and a DFT sign-flip that proved an SCF artifact. In E9, two of four pre-registered predictions FAILED — published as refuted.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5129784"/>
            <a:ext cx="10789920" cy="1005840"/>
          </a:xfrm>
          <a:prstGeom prst="roundRect">
            <a:avLst>
              <a:gd name="adj" fmla="val 7273"/>
            </a:avLst>
          </a:prstGeom>
          <a:solidFill>
            <a:srgbClr val="151E33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52760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8C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Reference-correcting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749040" y="5257800"/>
            <a:ext cx="7452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38q our solver drops BELOW the classical DMRG reference — and χ=800/1200 confirm it is the reference that was truncated, not us.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62636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publish the negatives. That is why the positives should be believed.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— EVERY NUMBER TRACES TO A COMMITTED FILE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ran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502152" cy="2011680"/>
          </a:xfrm>
          <a:prstGeom prst="roundRect">
            <a:avLst>
              <a:gd name="adj" fmla="val 3636"/>
            </a:avLst>
          </a:prstGeom>
          <a:solidFill>
            <a:srgbClr val="151E33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23544" y="192938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+1.226 mHa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23544" y="23500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40q flagship, executed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23544" y="2660904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Chemically accurate vs its frozen DMRG(χ=400) reference at 450,257 determinants — pre-registered criterion met. Determinant-space QSCI on the qBraid H100 host; device circuit sampling is the 20q/28q result.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502152" cy="2011680"/>
          </a:xfrm>
          <a:prstGeom prst="roundRect">
            <a:avLst>
              <a:gd name="adj" fmla="val 3636"/>
            </a:avLst>
          </a:prstGeom>
          <a:solidFill>
            <a:srgbClr val="151E33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81144" y="192938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B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+1.59 mHa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81144" y="23500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40q absolute anchor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81144" y="2660904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DMRG extrapolation to the near-exact limit; robust to ±0.05 mHa under a leave-one-out jackknife.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01000" y="1783080"/>
            <a:ext cx="3502152" cy="2011680"/>
          </a:xfrm>
          <a:prstGeom prst="roundRect">
            <a:avLst>
              <a:gd name="adj" fmla="val 3636"/>
            </a:avLst>
          </a:prstGeom>
          <a:solidFill>
            <a:srgbClr val="151E33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38744" y="192938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−3.784 / −0.399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38744" y="23500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38q reference corrections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38744" y="2660904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 and the real Sn₂O₂ EUV motif land below their same-CAS DMRG references — mechanism confirmed at three χ.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3977640"/>
            <a:ext cx="3502152" cy="2011680"/>
          </a:xfrm>
          <a:prstGeom prst="roundRect">
            <a:avLst>
              <a:gd name="adj" fmla="val 3636"/>
            </a:avLst>
          </a:prstGeom>
          <a:solidFill>
            <a:srgbClr val="151E33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3544" y="412394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B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0.038 / 0.197 mHa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23544" y="45445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Open-shell oxides (20q)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3544" y="4855464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 ⁵Π and NiO ³Σ⁻ to chemical accuracy against exact diagonalization.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43400" y="3977640"/>
            <a:ext cx="3502152" cy="2011680"/>
          </a:xfrm>
          <a:prstGeom prst="roundRect">
            <a:avLst>
              <a:gd name="adj" fmla="val 3636"/>
            </a:avLst>
          </a:prstGeom>
          <a:solidFill>
            <a:srgbClr val="151E33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81144" y="412394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QPU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81144" y="45445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Trapped-ion silicon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81144" y="4855464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AQT ibex-q1 decoded; device-sampled determinants seed a QSCI growth that recovers exact FCI.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01000" y="3977640"/>
            <a:ext cx="3502152" cy="2011680"/>
          </a:xfrm>
          <a:prstGeom prst="roundRect">
            <a:avLst>
              <a:gd name="adj" fmla="val 3636"/>
            </a:avLst>
          </a:prstGeom>
          <a:solidFill>
            <a:srgbClr val="151E33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38744" y="412394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TB → 195 MB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238744" y="45445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memory wall removed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38744" y="4855464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Tensor-network representation at the measured bond dimension — what makes 40 qubits fit on one GPU.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85800" y="63276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traceability: docs/claims_ledger.md maps every number → script → evidence file → status.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9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 — NON-NEGOTIABLE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do not claim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1B2540"/>
          </a:solidFill>
          <a:ln w="12700">
            <a:solidFill>
              <a:srgbClr val="2A36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73736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709928"/>
            <a:ext cx="9784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quantum ADVANTAGE anywhere in this work. Classical FCI/DMRG solve every instance here, including the 40q flagship — our own DMRG anchor pins it independently. The value is trust and correctness, not speed. Where an advantage regime begins is a question we do not answer.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2487168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1B2540"/>
          </a:solidFill>
          <a:ln w="12700">
            <a:solidFill>
              <a:srgbClr val="2A36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5603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532888"/>
            <a:ext cx="9784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case is a framework, not a Mitsubishi ROI. The mechanism is measured here; the dollar inputs are placeholders for your pipeline's own numbers.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3310128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1B2540"/>
          </a:solidFill>
          <a:ln w="12700">
            <a:solidFill>
              <a:srgbClr val="2A36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338328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3355848"/>
            <a:ext cx="9784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Large-ladder results beyond 20q use a determinant-space proxy for the measurement step — validated against real circuit-sampled shots at 12 / 16 / 20 qubits.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4133088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1B2540"/>
          </a:solidFill>
          <a:ln w="12700">
            <a:solidFill>
              <a:srgbClr val="2A36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2062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178808"/>
            <a:ext cx="9784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40q absolute result sits AT the chemical-accuracy threshold, not comfortably inside it.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4956048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1B2540"/>
          </a:solidFill>
          <a:ln w="12700">
            <a:solidFill>
              <a:srgbClr val="2A36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50292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5001768"/>
            <a:ext cx="9784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40q tensor-network backend RAN (2.65 h, 12.06 GB) but yielded only 108 determinants where ~450,000 were needed. E9 measured why: like-for-like at 20q, 400k shots at 3× depth give 564 determinants against a 2,401 requirement — 4.3× short — and yield is flat in system size. The MP2-seeded classical growth was a NECESSARY architecture. What is owed is a sampling strategy, not GPU hours.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5779008"/>
            <a:ext cx="10789920" cy="749808"/>
          </a:xfrm>
          <a:prstGeom prst="roundRect">
            <a:avLst>
              <a:gd name="adj" fmla="val 9756"/>
            </a:avLst>
          </a:prstGeom>
          <a:solidFill>
            <a:srgbClr val="1B2540"/>
          </a:solidFill>
          <a:ln w="12700">
            <a:solidFill>
              <a:srgbClr val="2A3654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0120" y="585216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B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5824728"/>
            <a:ext cx="9784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decision claims were tested and withdrawn rather than defended. The value story above depends on neither.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MATGEN-Q sits in the pipeline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151E33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44952" y="1874520"/>
            <a:ext cx="274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D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64408" y="187452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151E33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01568" y="187452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screens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97880" y="1874520"/>
            <a:ext cx="274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D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117336" y="187452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1E3A52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54496" y="187452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MATGEN-Q trust gate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65208" y="1874520"/>
            <a:ext cx="274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D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884664" y="1874520"/>
            <a:ext cx="2194560" cy="1143000"/>
          </a:xfrm>
          <a:prstGeom prst="roundRect">
            <a:avLst>
              <a:gd name="adj" fmla="val 6400"/>
            </a:avLst>
          </a:prstGeom>
          <a:solidFill>
            <a:srgbClr val="151E33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21824" y="187452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85800" y="31546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only to the strongly-correlated candidates — the subset where the classical screen is unreliable.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3703320"/>
            <a:ext cx="10789920" cy="1965960"/>
          </a:xfrm>
          <a:prstGeom prst="roundRect">
            <a:avLst>
              <a:gd name="adj" fmla="val 3721"/>
            </a:avLst>
          </a:prstGeom>
          <a:solidFill>
            <a:srgbClr val="151E33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51560" y="3977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stop paying for confidently-wrong predictions.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051560" y="4572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B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classical gold standard can be confidently wrong on exactly the chemistry that matters, with no warning. MATGEN-Q is variational and self-certifying — it never blindsides you, and it is systematically improvable to the exact answer. Executed to 40 qubits on real hardware, and re-runnable end-to-end in one command.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62636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EIGENNEXUS  ·  MATGEN-Q  ·  GIC 2026 Phase 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Team EIGENNEXUS</dc:creator>
  <cp:lastModifiedBy>Team EIGENNEXUS</cp:lastModifiedBy>
  <cp:revision>1</cp:revision>
  <dcterms:created xsi:type="dcterms:W3CDTF">2026-07-26T16:14:35Z</dcterms:created>
  <dcterms:modified xsi:type="dcterms:W3CDTF">2026-07-26T16:14:35Z</dcterms:modified>
</cp:coreProperties>
</file>