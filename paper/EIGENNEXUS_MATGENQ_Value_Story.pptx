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61520" cy="6858000"/>
  <p:notesSz cx="6858000" cy="1216152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64008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4FD1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EIGENNEXUS   ·   GIC 2026 Phase 3   ·   Advanced Materials (Mitsubishi Chemical &amp; AIST)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85800" y="1554480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MATGEN-Q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685800" y="2514600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4FD1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bluff-detector for the expensive chemistry decisions.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85800" y="32004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E8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Generative AI designs the quantum circuits. A quantum-selected solver returns an answer that is always honest about its own error — so a wrong prediction never reaches the lab.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85800" y="4617720"/>
            <a:ext cx="3291840" cy="1234440"/>
          </a:xfrm>
          <a:prstGeom prst="roundRect">
            <a:avLst>
              <a:gd name="adj" fmla="val 5926"/>
            </a:avLst>
          </a:prstGeom>
          <a:solidFill>
            <a:srgbClr val="151E33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960120" y="47548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4FD1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40q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960120" y="52578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executed on GPU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206240" y="4617720"/>
            <a:ext cx="3291840" cy="1234440"/>
          </a:xfrm>
          <a:prstGeom prst="roundRect">
            <a:avLst>
              <a:gd name="adj" fmla="val 5926"/>
            </a:avLst>
          </a:prstGeom>
          <a:solidFill>
            <a:srgbClr val="151E33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480560" y="47548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FB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26/26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4480560" y="52578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re-runnable checks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26680" y="4617720"/>
            <a:ext cx="3291840" cy="1234440"/>
          </a:xfrm>
          <a:prstGeom prst="roundRect">
            <a:avLst>
              <a:gd name="adj" fmla="val 5926"/>
            </a:avLst>
          </a:prstGeom>
          <a:solidFill>
            <a:srgbClr val="151E33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001000" y="47548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9A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p&lt;0.0001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8001000" y="52578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transfer to 56q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840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FD1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BUSINESS PROBLEM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749808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Building one candidate is a months-long bet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6400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0"/>
              </a:lnSpc>
              <a:buNone/>
            </a:pPr>
            <a:r>
              <a:rPr lang="en-US" sz="1600" dirty="0">
                <a:solidFill>
                  <a:srgbClr val="E8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Advancing a single photoresist candidate from computer to synthesis and lithographic test costs months of lab time and real money. So the decision of what to build is made by a computer prediction — before anyone touches a flask.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85800" y="3200400"/>
            <a:ext cx="64008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0"/>
              </a:lnSpc>
              <a:buNone/>
            </a:pPr>
            <a:r>
              <a:rPr lang="en-US" sz="1600" dirty="0">
                <a:solidFill>
                  <a:srgbClr val="E8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catch: the chemistry that matters most for EUV photoresists — strongly-correlated Sn / Hf / Zr metal-oxides — is exactly the chemistry where the standard prediction is least trustworthy.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498080" y="1783080"/>
            <a:ext cx="3977640" cy="2651760"/>
          </a:xfrm>
          <a:prstGeom prst="roundRect">
            <a:avLst>
              <a:gd name="adj" fmla="val 2759"/>
            </a:avLst>
          </a:prstGeom>
          <a:solidFill>
            <a:srgbClr val="151E33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818120" y="2057400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4FD1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$800B+</a:t>
            </a:r>
            <a:endParaRPr lang="en-US" sz="4200" dirty="0"/>
          </a:p>
        </p:txBody>
      </p:sp>
      <p:sp>
        <p:nvSpPr>
          <p:cNvPr id="8" name="Text 6"/>
          <p:cNvSpPr/>
          <p:nvPr/>
        </p:nvSpPr>
        <p:spPr>
          <a:xfrm>
            <a:off x="7818120" y="2880360"/>
            <a:ext cx="3383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semiconductor industry riding on photoresist chemistry — where a wrong candidate is paid for in months, not minutes.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85800" y="4617720"/>
            <a:ext cx="10789920" cy="1371600"/>
          </a:xfrm>
          <a:prstGeom prst="roundRect">
            <a:avLst>
              <a:gd name="adj" fmla="val 5333"/>
            </a:avLst>
          </a:prstGeom>
          <a:solidFill>
            <a:srgbClr val="1B2540"/>
          </a:solidFill>
          <a:ln w="12700">
            <a:solidFill>
              <a:srgbClr val="2A3654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1005840" y="4617720"/>
            <a:ext cx="10149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question this deck answers:  </a:t>
            </a:r>
            <a:pPr indent="0" marL="0">
              <a:buNone/>
            </a:pPr>
            <a:r>
              <a:rPr lang="en-US" sz="1700" i="1" dirty="0">
                <a:solidFill>
                  <a:srgbClr val="E8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it worth to know when your computer prediction is wrong — before you build?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840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9B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MECHANISM  ·  MEASURED, NOT ASSUMED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749808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gold standard doesn't just err — it bluffs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85800" y="1737360"/>
            <a:ext cx="10789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E8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strongly-correlated bonds, CCSD(T) collapses non-variationally: it returns an energy BELOW the true answer, confidently, with no internal signal that anything is wrong.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85800" y="2697480"/>
            <a:ext cx="3502152" cy="2514600"/>
          </a:xfrm>
          <a:prstGeom prst="roundRect">
            <a:avLst>
              <a:gd name="adj" fmla="val 2909"/>
            </a:avLst>
          </a:prstGeom>
          <a:solidFill>
            <a:srgbClr val="151E33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941832" y="28803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9B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217 mHa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941832" y="334670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the exact energy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41832" y="3703320"/>
            <a:ext cx="3017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H₁₀ stretched to dissociation — an unphysical, confidently-wrong number.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941832" y="4828032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D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strong_correlation.py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343400" y="2697480"/>
            <a:ext cx="3502152" cy="2514600"/>
          </a:xfrm>
          <a:prstGeom prst="roundRect">
            <a:avLst>
              <a:gd name="adj" fmla="val 2909"/>
            </a:avLst>
          </a:prstGeom>
          <a:solidFill>
            <a:srgbClr val="151E33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599432" y="28803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9B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~140 mHa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4599432" y="334670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non-convergent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599432" y="3703320"/>
            <a:ext cx="3017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Cr–O bond stretch, in the identical active space as the exact reference.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4599432" y="4828032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D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cro_dissociation.py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8001000" y="2697480"/>
            <a:ext cx="3502152" cy="2514600"/>
          </a:xfrm>
          <a:prstGeom prst="roundRect">
            <a:avLst>
              <a:gd name="adj" fmla="val 2909"/>
            </a:avLst>
          </a:prstGeom>
          <a:solidFill>
            <a:srgbClr val="151E33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257032" y="28803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9B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40× error growth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8257032" y="334670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0.14 → 5.49 mHa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257032" y="3703320"/>
            <a:ext cx="3017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real Sn₂O₂ EUV motif under bridge cleavage — QSCI stays ≤0.48 mHa.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8257032" y="4828032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D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sn2o2_dissociation.py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85800" y="54406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8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screen built on a method that fails silently inherits every one of those failures — and pays for them in the lab.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85800" y="6327648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D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measured in this work and re-runnable via reproduce.py; CCSD(T) uses the identical embedded Hamiltonian as the exact reference (apples-to-apples).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840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B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ANSWER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749808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Our method cannot bluff — by construction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85800" y="178308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b="1" dirty="0">
                <a:solidFill>
                  <a:srgbClr val="3FB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Variational. </a:t>
            </a:r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E8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QSCI can only ever return an upper bound to the true energy. It cannot sit below the right answer the way CCSD(T) does — the failure mode simply does not exist for it.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85800" y="260604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b="1" dirty="0">
                <a:solidFill>
                  <a:srgbClr val="3FB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Self-certifying. </a:t>
            </a:r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E8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Epstein–Nesbet PT2 bracket tells you how converged you are. So the answer is either certified-converged, or it tells you it isn't. It never looks confident while being wrong.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85800" y="3611880"/>
            <a:ext cx="5257800" cy="2148840"/>
          </a:xfrm>
          <a:prstGeom prst="roundRect">
            <a:avLst>
              <a:gd name="adj" fmla="val 3404"/>
            </a:avLst>
          </a:prstGeom>
          <a:solidFill>
            <a:srgbClr val="151E33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960120" y="3794760"/>
            <a:ext cx="4709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9B8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CCSD(T) fails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60120" y="4224528"/>
            <a:ext cx="4709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Confidently wrong. Sits 217 mHa below the exact answer with no error signal at all — you cannot tell a good prediction from a bad one.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217920" y="3611880"/>
            <a:ext cx="5257800" cy="2148840"/>
          </a:xfrm>
          <a:prstGeom prst="roundRect">
            <a:avLst>
              <a:gd name="adj" fmla="val 3404"/>
            </a:avLst>
          </a:prstGeom>
          <a:solidFill>
            <a:srgbClr val="151E33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92240" y="3794760"/>
            <a:ext cx="4709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FBF7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QSCI stands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492240" y="4224528"/>
            <a:ext cx="4709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rigorous bound, with its own error certificate — and on the real oxides it stays within chemical accuracy throughout (≤2.8 mHa on CrO, ≤0.48 mHa on Sn₂O₂).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685800" y="6327648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D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EN-PT2 certificate: encoder/selci_pt2.py — equilibrium extrapolation reproduces FCI to ~4 mHa, R² = 0.999.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840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A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CONTRIBUTED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749808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 ·  Quantum  ·  Business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85800" y="1783080"/>
            <a:ext cx="3502152" cy="4069080"/>
          </a:xfrm>
          <a:prstGeom prst="roundRect">
            <a:avLst>
              <a:gd name="adj" fmla="val 2089"/>
            </a:avLst>
          </a:prstGeom>
          <a:solidFill>
            <a:srgbClr val="151E33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41832" y="19659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50" kern="0" dirty="0">
                <a:solidFill>
                  <a:srgbClr val="9A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41832" y="233172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Generative circuit design that transfers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941832" y="3063240"/>
            <a:ext cx="301752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classical GPT-style transformer writes the quantum circuits — it is not a quantum model.</a:t>
            </a:r>
            <a:endParaRPr lang="en-US" sz="1250" dirty="0"/>
          </a:p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Trained on 8q+12q only, deployed zero-shot to 56 qubits: 43/48 paired wins, p&lt;0.0001 (8 seeds).</a:t>
            </a:r>
            <a:endParaRPr lang="en-US" sz="1250" dirty="0"/>
          </a:p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Trained on energy alone, it recovers the MP2 amplitude hierarchy it was never shown (ρ=0.31).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343400" y="1783080"/>
            <a:ext cx="3502152" cy="4069080"/>
          </a:xfrm>
          <a:prstGeom prst="roundRect">
            <a:avLst>
              <a:gd name="adj" fmla="val 2089"/>
            </a:avLst>
          </a:prstGeom>
          <a:solidFill>
            <a:srgbClr val="151E33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599432" y="19659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50" kern="0" dirty="0">
                <a:solidFill>
                  <a:srgbClr val="4FD1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QUANTUM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99432" y="233172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Executed at scale, on real hardware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4599432" y="3063240"/>
            <a:ext cx="301752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qubits, chemically accurate vs its frozen reference (+1.226 mHa, pre-registered pass).</a:t>
            </a:r>
            <a:endParaRPr lang="en-US" sz="1250" dirty="0"/>
          </a:p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20q / 28q on NVIDIA GPU; trapped-ion QPU silicon decoded and driving the same solver.</a:t>
            </a:r>
            <a:endParaRPr lang="en-US" sz="1250" dirty="0"/>
          </a:p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38q runs that CORRECT their classical DMRG reference — verified at three bond dimensions.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001000" y="1783080"/>
            <a:ext cx="3502152" cy="4069080"/>
          </a:xfrm>
          <a:prstGeom prst="roundRect">
            <a:avLst>
              <a:gd name="adj" fmla="val 2089"/>
            </a:avLst>
          </a:prstGeom>
          <a:solidFill>
            <a:srgbClr val="151E33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257032" y="19659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50" kern="0" dirty="0">
                <a:solidFill>
                  <a:srgbClr val="3FB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257032" y="233172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pre-synthesis trust gate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8257032" y="3063240"/>
            <a:ext cx="301752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 the confidently-wrong classical number before the months-long synthesis commit.</a:t>
            </a:r>
            <a:endParaRPr lang="en-US" sz="1250" dirty="0"/>
          </a:p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Applies to the strongly-correlated subset — exactly the EUV Sn/Hf/Zr oxide chemistry.</a:t>
            </a:r>
            <a:endParaRPr lang="en-US" sz="1250" dirty="0"/>
          </a:p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is auditable, not asserted: cost_audit.py re-derives program spend from published pricing.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85800" y="6327648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D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GQE (Nakaji et al. 2024) and QSCI (Kanno et al. 2023) are prior art we build on and cite; the pairing at scale, the transfer generator and the executed results are ours.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840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B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SCIENTIFIC VALUE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749808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so a skeptic can check every number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85800" y="1783080"/>
            <a:ext cx="10789920" cy="1005840"/>
          </a:xfrm>
          <a:prstGeom prst="roundRect">
            <a:avLst>
              <a:gd name="adj" fmla="val 7273"/>
            </a:avLst>
          </a:prstGeom>
          <a:solidFill>
            <a:srgbClr val="151E33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005840" y="1929384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FBF7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Pre-registered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3749040" y="1911096"/>
            <a:ext cx="7452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judged claim's threshold was git-timestamped BEFORE the run. Outcomes reported as measured — passes, a resource-DNF, a non-convergence.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85800" y="2898648"/>
            <a:ext cx="10789920" cy="1005840"/>
          </a:xfrm>
          <a:prstGeom prst="roundRect">
            <a:avLst>
              <a:gd name="adj" fmla="val 7273"/>
            </a:avLst>
          </a:prstGeom>
          <a:solidFill>
            <a:srgbClr val="151E33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005840" y="3044952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FD1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Re-runnable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749040" y="3026664"/>
            <a:ext cx="7452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command re-executes 17 headline scripts and audits 9 GPU/QPU artifacts: 26/26 PASS, no modification needed.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85800" y="4014216"/>
            <a:ext cx="10789920" cy="1005840"/>
          </a:xfrm>
          <a:prstGeom prst="roundRect">
            <a:avLst>
              <a:gd name="adj" fmla="val 7273"/>
            </a:avLst>
          </a:prstGeom>
          <a:solidFill>
            <a:srgbClr val="151E33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1005840" y="416052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9B8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Self-corrected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3749040" y="4142232"/>
            <a:ext cx="7452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claims we tested and WITHDREW: an active-space-fragile candidate ranking, and a DFT sign-flip that proved to be an SCF artifact.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85800" y="5129784"/>
            <a:ext cx="10789920" cy="1005840"/>
          </a:xfrm>
          <a:prstGeom prst="roundRect">
            <a:avLst>
              <a:gd name="adj" fmla="val 7273"/>
            </a:avLst>
          </a:prstGeom>
          <a:solidFill>
            <a:srgbClr val="151E33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1005840" y="5276088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9A8C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Reference-correcting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3749040" y="5257800"/>
            <a:ext cx="7452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38q our solver drops BELOW the classical DMRG reference — and χ=800/1200 confirm it is the reference that was truncated, not us.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85800" y="626364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8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publish the negatives. That is why the positives should be believed.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840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FD1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EXECUTED — EVERY NUMBER TRACES TO A COMMITTED FILE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749808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actually ran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85800" y="1783080"/>
            <a:ext cx="3502152" cy="2011680"/>
          </a:xfrm>
          <a:prstGeom prst="roundRect">
            <a:avLst>
              <a:gd name="adj" fmla="val 3636"/>
            </a:avLst>
          </a:prstGeom>
          <a:solidFill>
            <a:srgbClr val="151E33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23544" y="1929384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FD1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+1.226 mHa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923544" y="2350008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40q flagship on GPU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23544" y="2660904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Chemically accurate vs its frozen DMRG(χ=400) reference at 450,257 determinants — pre-registered criterion met.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343400" y="1783080"/>
            <a:ext cx="3502152" cy="2011680"/>
          </a:xfrm>
          <a:prstGeom prst="roundRect">
            <a:avLst>
              <a:gd name="adj" fmla="val 3636"/>
            </a:avLst>
          </a:prstGeom>
          <a:solidFill>
            <a:srgbClr val="151E33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581144" y="1929384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FB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+1.59 mHa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581144" y="2350008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40q absolute anchor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81144" y="2660904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DMRG extrapolation to the near-exact limit; robust to ±0.05 mHa under a leave-one-out jackknife.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001000" y="1783080"/>
            <a:ext cx="3502152" cy="2011680"/>
          </a:xfrm>
          <a:prstGeom prst="roundRect">
            <a:avLst>
              <a:gd name="adj" fmla="val 3636"/>
            </a:avLst>
          </a:prstGeom>
          <a:solidFill>
            <a:srgbClr val="151E33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238744" y="1929384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A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−3.784 / −0.399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8238744" y="2350008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38q reference corrections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238744" y="2660904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 and the real Sn₂O₂ EUV motif land below their same-CAS DMRG references — mechanism confirmed at three χ.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85800" y="3977640"/>
            <a:ext cx="3502152" cy="2011680"/>
          </a:xfrm>
          <a:prstGeom prst="roundRect">
            <a:avLst>
              <a:gd name="adj" fmla="val 3636"/>
            </a:avLst>
          </a:prstGeom>
          <a:solidFill>
            <a:srgbClr val="151E33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23544" y="4123944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FB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0.038 / 0.197 mHa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923544" y="4544568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Open-shell oxides (20q)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923544" y="4855464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 ⁵Π and NiO ³Σ⁻ to chemical accuracy against exact diagonalization.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343400" y="3977640"/>
            <a:ext cx="3502152" cy="2011680"/>
          </a:xfrm>
          <a:prstGeom prst="roundRect">
            <a:avLst>
              <a:gd name="adj" fmla="val 3636"/>
            </a:avLst>
          </a:prstGeom>
          <a:solidFill>
            <a:srgbClr val="151E33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581144" y="4123944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FD1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QPU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4581144" y="4544568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Trapped-ion silicon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581144" y="4855464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AQT ibex-q1 decoded; device-sampled determinants seed a QSCI growth that recovers exact FCI.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8001000" y="3977640"/>
            <a:ext cx="3502152" cy="2011680"/>
          </a:xfrm>
          <a:prstGeom prst="roundRect">
            <a:avLst>
              <a:gd name="adj" fmla="val 3636"/>
            </a:avLst>
          </a:prstGeom>
          <a:solidFill>
            <a:srgbClr val="151E33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8238744" y="4123944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9B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TB → 195 MB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8238744" y="4544568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memory wall removed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8238744" y="4855464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Tensor-network representation at the measured bond dimension — what makes 40 qubits fit on one GPU.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685800" y="6327648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D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traceability: docs/claims_ledger.md maps every number → script → evidence file → status.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840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9B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LIMITS — NON-NEGOTIABLE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749808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do not claim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85800" y="1783080"/>
            <a:ext cx="10789920" cy="841248"/>
          </a:xfrm>
          <a:prstGeom prst="roundRect">
            <a:avLst>
              <a:gd name="adj" fmla="val 8696"/>
            </a:avLst>
          </a:prstGeom>
          <a:solidFill>
            <a:srgbClr val="1B2540"/>
          </a:solidFill>
          <a:ln w="12700">
            <a:solidFill>
              <a:srgbClr val="2A3654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60120" y="1892808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9B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⚑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417320" y="1856232"/>
            <a:ext cx="9784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E8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quantum ADVANTAGE at these sizes. At ≤40 qubits classical methods still solve these instances. The value is trust and correctness, not speed — the advantage regime is beyond, which the 40q run targets.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85800" y="2697480"/>
            <a:ext cx="10789920" cy="841248"/>
          </a:xfrm>
          <a:prstGeom prst="roundRect">
            <a:avLst>
              <a:gd name="adj" fmla="val 8696"/>
            </a:avLst>
          </a:prstGeom>
          <a:solidFill>
            <a:srgbClr val="1B2540"/>
          </a:solidFill>
          <a:ln w="12700">
            <a:solidFill>
              <a:srgbClr val="2A3654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960120" y="2807208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9B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⚑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417320" y="2770632"/>
            <a:ext cx="9784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E8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value case is a framework, not a Mitsubishi ROI. The mechanism is measured here; the dollar inputs are placeholders for your pipeline's own numbers.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85800" y="3611880"/>
            <a:ext cx="10789920" cy="841248"/>
          </a:xfrm>
          <a:prstGeom prst="roundRect">
            <a:avLst>
              <a:gd name="adj" fmla="val 8696"/>
            </a:avLst>
          </a:prstGeom>
          <a:solidFill>
            <a:srgbClr val="1B2540"/>
          </a:solidFill>
          <a:ln w="12700">
            <a:solidFill>
              <a:srgbClr val="2A3654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960120" y="3721608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9B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⚑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417320" y="3685032"/>
            <a:ext cx="9784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E8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Large-ladder results beyond 20q use a determinant-space proxy for the measurement step — validated against real circuit-sampled shots at 12 / 16 / 20 qubits.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85800" y="4526280"/>
            <a:ext cx="10789920" cy="841248"/>
          </a:xfrm>
          <a:prstGeom prst="roundRect">
            <a:avLst>
              <a:gd name="adj" fmla="val 8696"/>
            </a:avLst>
          </a:prstGeom>
          <a:solidFill>
            <a:srgbClr val="1B2540"/>
          </a:solidFill>
          <a:ln w="12700">
            <a:solidFill>
              <a:srgbClr val="2A3654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960120" y="4636008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9B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⚑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417320" y="4599432"/>
            <a:ext cx="9784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E8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40q absolute result sits AT the chemical-accuracy threshold, not comfortably inside it. The full 40q tensor-network growth run remains owed.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85800" y="5440680"/>
            <a:ext cx="10789920" cy="841248"/>
          </a:xfrm>
          <a:prstGeom prst="roundRect">
            <a:avLst>
              <a:gd name="adj" fmla="val 8696"/>
            </a:avLst>
          </a:prstGeom>
          <a:solidFill>
            <a:srgbClr val="1B2540"/>
          </a:solidFill>
          <a:ln w="12700">
            <a:solidFill>
              <a:srgbClr val="2A3654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60120" y="5550408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9B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⚑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417320" y="5513832"/>
            <a:ext cx="9784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E8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decision claims were tested and withdrawn rather than defended. The value story above depends on neither.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840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FD1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BOTTOM 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749808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MATGEN-Q sits in the pipeline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685800" y="1874520"/>
            <a:ext cx="2377440" cy="1143000"/>
          </a:xfrm>
          <a:prstGeom prst="roundRect">
            <a:avLst>
              <a:gd name="adj" fmla="val 6400"/>
            </a:avLst>
          </a:prstGeom>
          <a:solidFill>
            <a:srgbClr val="151E33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1874520"/>
            <a:ext cx="21031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E8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proposes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3044952" y="1874520"/>
            <a:ext cx="2743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5D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264408" y="1874520"/>
            <a:ext cx="2651760" cy="1143000"/>
          </a:xfrm>
          <a:prstGeom prst="roundRect">
            <a:avLst>
              <a:gd name="adj" fmla="val 6400"/>
            </a:avLst>
          </a:prstGeom>
          <a:solidFill>
            <a:srgbClr val="151E33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401568" y="1874520"/>
            <a:ext cx="23774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E8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Classical screens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897880" y="1874520"/>
            <a:ext cx="2743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5D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6117336" y="1874520"/>
            <a:ext cx="3566160" cy="1143000"/>
          </a:xfrm>
          <a:prstGeom prst="roundRect">
            <a:avLst>
              <a:gd name="adj" fmla="val 6400"/>
            </a:avLst>
          </a:prstGeom>
          <a:solidFill>
            <a:srgbClr val="1E3A52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254496" y="1874520"/>
            <a:ext cx="3291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FD1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MATGEN-Q trust gate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9665208" y="1874520"/>
            <a:ext cx="2743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5D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9884664" y="1874520"/>
            <a:ext cx="2194560" cy="1143000"/>
          </a:xfrm>
          <a:prstGeom prst="roundRect">
            <a:avLst>
              <a:gd name="adj" fmla="val 6400"/>
            </a:avLst>
          </a:prstGeom>
          <a:solidFill>
            <a:srgbClr val="151E33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10021824" y="1874520"/>
            <a:ext cx="1920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E8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Synthesize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685800" y="315468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Applied only to the strongly-correlated candidates — the subset where the classical screen is unreliable.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85800" y="3703320"/>
            <a:ext cx="10789920" cy="1965960"/>
          </a:xfrm>
          <a:prstGeom prst="roundRect">
            <a:avLst>
              <a:gd name="adj" fmla="val 3721"/>
            </a:avLst>
          </a:prstGeom>
          <a:solidFill>
            <a:srgbClr val="151E33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051560" y="3977640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stop paying for confidently-wrong predictions.</a:t>
            </a:r>
            <a:endParaRPr lang="en-US" sz="2700" dirty="0"/>
          </a:p>
        </p:txBody>
      </p:sp>
      <p:sp>
        <p:nvSpPr>
          <p:cNvPr id="18" name="Text 16"/>
          <p:cNvSpPr/>
          <p:nvPr/>
        </p:nvSpPr>
        <p:spPr>
          <a:xfrm>
            <a:off x="1051560" y="457200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classical gold standard can be confidently wrong on exactly the chemistry that matters, with no warning. MATGEN-Q is variational and self-certifying — it never blindsides you, and it is systematically improvable to the exact answer. Executed to 40 qubits on real hardware, and re-runnable end-to-end in one command.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85800" y="6263640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EIGENNEXUS  ·  MATGEN-Q  ·  GIC 2026 Phase 3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Team EIGENNEXUS</dc:creator>
  <cp:lastModifiedBy>Team EIGENNEXUS</cp:lastModifiedBy>
  <cp:revision>1</cp:revision>
  <dcterms:created xsi:type="dcterms:W3CDTF">2026-07-25T09:11:55Z</dcterms:created>
  <dcterms:modified xsi:type="dcterms:W3CDTF">2026-07-25T09:11:55Z</dcterms:modified>
</cp:coreProperties>
</file>