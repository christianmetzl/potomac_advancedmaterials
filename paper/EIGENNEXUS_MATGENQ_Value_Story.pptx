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 ·   GIC 2026 Phase 3   ·   Advanced Materials (Mitsubishi Chemical &amp; AIST)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MATGEN-Q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85800" y="2514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bluff-detector for the expensive chemistry decisions.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designs the quantum circuits. A quantum-selected solver returns an answer that is always honest about its own error — so a wrong prediction never reaches the lab.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6012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executed, pre-reg PASS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0624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8056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48056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re-runnable checks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010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p&lt;0.0001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0100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transfer to 56q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one candidate is a months-long bet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 single photoresist candidate from computer to synthesis and lithographic test costs months of lab time and real money. So the decision of what to build is made by a computer prediction — before anyone touches a flask.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6400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the chemistry that matters most for EUV photoresists — strongly-correlated Sn / Hf / Zr metal-oxides — is exactly the chemistry where the standard prediction is least trustworthy.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0" y="1783080"/>
            <a:ext cx="3977640" cy="2651760"/>
          </a:xfrm>
          <a:prstGeom prst="roundRect">
            <a:avLst>
              <a:gd name="adj" fmla="val 275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18120" y="20574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$800B+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818120" y="28803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 industry riding on photoresist chemistry — where a wrong candidate is paid for in months, not minutes.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4617720"/>
            <a:ext cx="10789920" cy="1371600"/>
          </a:xfrm>
          <a:prstGeom prst="roundRect">
            <a:avLst>
              <a:gd name="adj" fmla="val 533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61772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this deck answers:  </a:t>
            </a:r>
            <a:pPr indent="0" marL="0">
              <a:buNone/>
            </a:pPr>
            <a:r>
              <a:rPr lang="en-US" sz="17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worth to know when your computer prediction is wrong — before you build?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 ·  MEASURED, NOT ASSUMED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gold standard doesn't just err — it bluffs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strongly-correlated bonds, CCSD(T) collapses non-variationally: it returns an energy BELOW the true answer, confidently, with no internal signal that anything is wrong.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418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 mHa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18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exact energy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H₁₀ stretched to dissociation — an unphysical, confidently-wrong number.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418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strong_correlation.py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~140 mHa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non-convergent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Cr–O bond stretch, in the identical active space as the exact reference.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994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cro_dissociation.py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570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40× error growth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570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 → 5.49 mHa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570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Sn₂O₂ EUV motif under bridge cleavage — QSCI stays ≤0.48 mHa.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570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sn2o2_dissociation.py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5440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built on a method that fails silently inherits every one of those failures — and pays for them in the lab.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measured in this work and re-runnable via reproduce.py; CCSD(T) uses the identical embedded Hamiltonian as the exact reference (apples-to-apples).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method cannot bluff — by construction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QSCI can only ever return an upper bound to the true energy. It cannot sit below the right answer the way CCSD(T) does — the failure mode simply does not exist for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Epstein–Nesbet PT2 bracket tells you how converged you are. So the answer is either certified-converged, or it tells you it isn't. It never looks confident while being wrong.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CCSD(T) fails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wrong. Sits 217 mHa below the exact answer with no error signal at all — you cannot tell a good prediction from a bad one.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QSCI stands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rigorous bound, with its own error certificate — and on the real oxides it stays within chemical accuracy throughout (≤2.8 mHa on CrO, ≤0.48 mHa on Sn₂O₂).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EN-PT2 certificate: encoder/selci_pt2.py — equilibrium extrapolation reproduces FCI to ~4 mHa, R² = 0.999.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CONTRIBUTED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 ·  Quantum  ·  Business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418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418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circuit design that transfers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418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classical GPT-style transformer writes the quantum circuits — it is not a quantum model.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8q+12q only, deployed zero-shot to 56 qubits: 43/48 paired wins, p&lt;0.0001 (8 seeds).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energy alone, it recovers the MP2 amplitude hierarchy it was never shown (ρ=0.31).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994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Executed at scale, on real hardware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94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qubits, chemically accurate vs its frozen reference (+1.226 mHa, pre-registered pass).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20q / 28q on NVIDIA GPU; trapped-ion QPU silicon decoded and driving the same solver.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38q runs that CORRECT their classical DMRG reference — verified at three bond dimensions.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570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570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pre-synthesis trust gate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570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the confidently-wrong classical number before the months-long synthesis commit.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strongly-correlated subset — exactly the EUV Sn/Hf/Zr oxide chemistry.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auditable, not asserted: cost_audit.py re-derives program spend from published pricing.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GQE (Nakaji et al. 2024) and QSCI (Kanno et al. 2023) are prior art we build on and cite; the pairing at scale, the transfer generator and the executed results are ours.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WE ALMOST FILED AS A FAILURE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caught a silent error in the reference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6446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our answer came in BELOW the trusted classical reference — on two independent systems. Both are variational upper bounds on the identical Hamiltonian, so the lower energy is strictly more accurate.</a:t>
            </a:r>
            <a:endParaRPr lang="en-US" sz="1550" dirty="0"/>
          </a:p>
        </p:txBody>
      </p:sp>
      <p:pic>
        <p:nvPicPr>
          <p:cNvPr id="5" name="Image 0" descr="/home/user/potomac_advancedmaterials/results/chi_ladder_corr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4206240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01752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60120" y="31363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 mHa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02336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corrections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0120" y="354787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— both below their committed same-CAS DMRG(χ=400) reference.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60120" y="4462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χ=400 → 800 → 1200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023360" y="4480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mechanism, proven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60120" y="487375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the classical bond dimension walks DMRG down toward our energy (+3.78 → +1.06 → +0.36 mHa) and never crosses it.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56692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05840" y="56692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gives you no signal that your bond dimension is big enough — you stop when it looks converged. An independent variational method coming in lower is proof you hadn't. Useful today, with no quantum-advantage claim.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269480" y="4224528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this is the METHOD, not the hardware — at 38q the determinant selection ran classically (the disclosed proxy; device-sampled selection is validated at 20q/28q). Not cheaper (19.1 h vs ~15 min to escalate χ classically) — the value is the trigger, not the compute. n = 2: a pattern, not a measured rate. Reported as the pre-registered P4 criterion failing as-measured.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PREDICTIVE RULE  ·  MEASURED AGAINST EXACT FCI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you trust a classical reference?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85800" y="16276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silently break a bond dimension you already validated — one measured against exact FCI.</a:t>
            </a:r>
            <a:endParaRPr lang="en-US" sz="1450" dirty="0"/>
          </a:p>
        </p:txBody>
      </p:sp>
      <p:pic>
        <p:nvPicPr>
          <p:cNvPr id="5" name="Image 0" descr="/home/user/potomac_advancedmaterials/results/reference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57400"/>
            <a:ext cx="10241280" cy="3703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5852160"/>
            <a:ext cx="10789920" cy="777240"/>
          </a:xfrm>
          <a:prstGeom prst="roundRect">
            <a:avLst>
              <a:gd name="adj" fmla="val 9412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58521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 dimension validated on a smaller or easier system tells you nothing about its error on a larger or harder one — and DMRG gives no internal signal either way. That is where an independent check earns its keep.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SCIENTIFIC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40-qubit exact energy — pinned twice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CI at 40 qubits is intractable (~3.4×10¹⁰ determinants), so any “exact” value is an extrapolation you must take on trust. We pin it by two independent routes.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6217920" cy="1298448"/>
          </a:xfrm>
          <a:prstGeom prst="roundRect">
            <a:avLst>
              <a:gd name="adj" fmla="val 563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916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9169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tensor network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−10.293599 Ha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31927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block2 DMRG χ=400→2400, extrapolated on discarded weight → 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4206240"/>
            <a:ext cx="6217920" cy="1298448"/>
          </a:xfrm>
          <a:prstGeom prst="roundRect">
            <a:avLst>
              <a:gd name="adj" fmla="val 563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4334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4334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 selection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−10.293621 Ha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473659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selected-CI/QSCI on 750,257 dets, extrapolated on PT2 → 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5623560"/>
            <a:ext cx="6217920" cy="960120"/>
          </a:xfrm>
          <a:prstGeom prst="roundRect">
            <a:avLst>
              <a:gd name="adj" fmla="val 7619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05840" y="562356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agree to 0.064 mHa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 the WORST fit window (0.004 best). With Route A’s own jackknife spread folded in: ~0.10 mHa, ~15× inside chemical accuracy — sharing no solver, no extrapolation variable, no code path.</a:t>
            </a:r>
            <a:endParaRPr lang="en-US" sz="1500" dirty="0"/>
          </a:p>
        </p:txBody>
      </p:sp>
      <p:pic>
        <p:nvPicPr>
          <p:cNvPr id="17" name="Image 0" descr="/home/user/potomac_advancedmaterials/results/crossvalidation_40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103120"/>
            <a:ext cx="4389120" cy="20116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086600" y="4572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cross-validated benchmark other groups can cite: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086600" y="48646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FCI(H₂₀, 40q, STO-6G) ≈ −10.29361 Ha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086600" y="5349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routes are extrapolations, not exact FCI; Route B is fit-window dependent (full spread reported). No new computation — analysis of already-committed evidence.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so a skeptic can check every number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29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749040" y="1911096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judged claim's threshold was git-timestamped BEFORE the run. Outcomes reported as measured — passes, a resource-DNF, a non-convergence.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898648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044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Re-runnable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3026664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re-executes 17 headline scripts and audits 9 GPU/QPU artifacts: 26/26 PASS, no modification needed.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014216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4160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Self-corrected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49040" y="4142232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claims we tested and WITHDREW: an active-space-fragile ranking, and a DFT sign-flip that proved an SCF artifact. In E9, two of four pre-registered predictions FAILED — published as refuted.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5129784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5276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Reference-correcting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49040" y="5257800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38q our solver drops BELOW the classical DMRG reference — and χ=800/1200 confirm it is the reference that was truncated, not us.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the negatives. That is why the positives should be believed.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— EVERY NUMBER TRACES TO A COMMITTED 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ran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235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+1.226 mHa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35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flagship, executed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Chemically accurate vs its frozen DMRG(χ=400) reference at 450,257 determinants — pre-registered criterion met. Determinant-space QSCI on the qBraid H100 host; device circuit sampling is the 20q/28q result.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+1.59 mHa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811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absolute anchor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811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DMRG extrapolation to the near-exact limit; robust to ±0.05 mHa under a leave-one-out jackknife.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387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387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38q reference corrections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387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land below their same-CAS DMRG references — mechanism confirmed at three χ.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5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0.038 / 0.197 mHa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35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Open-shell oxides (20q)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35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⁵Π and NiO ³Σ⁻ to chemical accuracy against exact diagonalization.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434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811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QPU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811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Trapped-ion silicon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811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AQT ibex-q1 decoded; device-sampled determinants seed a QSCI growth that recovers exact FCI.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010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387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TB → 195 MB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387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wall removed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387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Tensor-network representation at the measured bond dimension — what makes 40 qubits fit on one GPU.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traceability: docs/claims_ledger.md maps every number → script → evidence file → status.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— NON-NEGOTIABLE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373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70992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quantum ADVANTAGE anywhere in this work. Classical FCI/DMRG solve every instance here, including the 40q flagship — our own DMRG anchor pins it independently. The value is trust and correctness, not speed. Where an advantage regime begins is a question we do not answer.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85800" y="248716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5603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53288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case is a framework, not a Mitsubishi ROI. The mechanism is measured here; the dollar inputs are placeholders for your pipeline's own numbers.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331012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38328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35584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Large-ladder results beyond 20q use a determinant-space proxy for the measurement step — validated against real circuit-sampled shots at 12 / 16 / 20 qubits.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413308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206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17880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absolute result sits AT the chemical-accuracy threshold, not comfortably inside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495604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029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500176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tensor-network backend RAN (2.65 h, 12.06 GB) but yielded only 108 determinants where ~450,000 were needed. E9 measured why: like-for-like at 20q, 400k shots at 3× depth give 564 determinants against a 2,401 requirement — 4.3× short — and yield is flat in system size. The MP2-seeded classical growth was a NECESSARY architecture. What is owed is a sampling strategy, not GPU hours.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577900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58521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17320" y="582472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decision claims were tested and withdrawn rather than defended. The value story above depends on neither.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MATGEN-Q sits in the pipeline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4952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64408" y="1874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01568" y="18745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screens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897880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117336" y="187452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1E3A52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54496" y="187452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trust gate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65208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884664" y="1874520"/>
            <a:ext cx="21945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21824" y="187452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3154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only to the strongly-correlated candidates — the subset where the classical screen is unreliable.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3703320"/>
            <a:ext cx="10789920" cy="1965960"/>
          </a:xfrm>
          <a:prstGeom prst="roundRect">
            <a:avLst>
              <a:gd name="adj" fmla="val 3721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39776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paying for confidently-wrong predictions.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1560" y="4572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gold standard can be confidently wrong on exactly the chemistry that matters, with no warning. MATGEN-Q is variational and self-certifying — it never blindsides you, and it is systematically improvable to the exact answer. Executed to 40 qubits on real hardware, and re-runnable end-to-end in one command.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MATGEN-Q  ·  GIC 2026 Phase 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EIGENNEXUS</dc:creator>
  <cp:lastModifiedBy>Team EIGENNEXUS</cp:lastModifiedBy>
  <cp:revision>1</cp:revision>
  <dcterms:created xsi:type="dcterms:W3CDTF">2026-07-25T17:25:16Z</dcterms:created>
  <dcterms:modified xsi:type="dcterms:W3CDTF">2026-07-25T17:25:16Z</dcterms:modified>
</cp:coreProperties>
</file>