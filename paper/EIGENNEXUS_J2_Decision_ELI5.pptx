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EIGENNEXUS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Picking the Right Molecule to Build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popular computational shortcut sometimes picks the wrong candidate — and how a quantum-accurate check catches it first.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484632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484632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
</a:t>
            </a:r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484632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931920" y="4846320"/>
            <a:ext cx="24688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0" y="484632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B
</a:t>
            </a:r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5257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GIC 2026 · Phase 3 · Advanced Materials (Mitsubishi Chemical &amp; AIST)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only afford to build 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Advancing one molecule to synthesis and lab testing costs months and real money. Computers screen candidates first to pick the best one — usually with a method called DFT.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0" y="1371600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0" y="155448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4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 eV
</a:t>
            </a:r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the DFT answer swings</a:t>
            </a:r>
            <a:endParaRPr lang="en-US" sz="44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depending on the 'flavor' chosen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103"/>
            </a:avLst>
          </a:prstGeom>
          <a:solidFill>
            <a:srgbClr val="FBFBF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3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popular 'flavor' of DFT (called B3LYP) can get the answer backwards on these tricky molecules. If it does, the whole ranking flips — and you'd build the wrong one.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test: which is the stronger magnet?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2286000"/>
          </a:xfrm>
          <a:prstGeom prst="roundRect">
            <a:avLst>
              <a:gd name="adj" fmla="val 360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A — CrO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answer: strong high-spin (a good magnet).</a:t>
            </a:r>
            <a:endParaRPr lang="en-US" sz="15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correct pick.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417320"/>
            <a:ext cx="5212080" cy="2286000"/>
          </a:xfrm>
          <a:prstGeom prst="roundRect">
            <a:avLst>
              <a:gd name="adj" fmla="val 360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600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D6B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B — NiO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21945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answer: weaker high-spin than CrO.</a:t>
            </a:r>
            <a:endParaRPr lang="en-US" sz="15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runner-up.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10881360" cy="1828800"/>
          </a:xfrm>
          <a:prstGeom prst="roundRect">
            <a:avLst>
              <a:gd name="adj" fmla="val 4500"/>
            </a:avLst>
          </a:prstGeom>
          <a:solidFill>
            <a:srgbClr val="FBFBF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decide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47091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two by how strongly they prefer the high-spin state, using six DFT flavors AND a quantum-accurate method. We wrote the rule down before computing the quantum answer — no moving the goalposts.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quantum-accurate check picks the right one</a:t>
            </a:r>
            <a:endParaRPr lang="en-US" sz="3000" dirty="0"/>
          </a:p>
        </p:txBody>
      </p:sp>
      <p:pic>
        <p:nvPicPr>
          <p:cNvPr id="3" name="Image 0" descr="/home/user/potomac_advancedmaterials/results/candidate_dec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7955280" cy="46177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41080" y="1280160"/>
            <a:ext cx="2971800" cy="2286000"/>
          </a:xfrm>
          <a:prstGeom prst="roundRect">
            <a:avLst>
              <a:gd name="adj" fmla="val 360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823960" y="1463040"/>
            <a:ext cx="2606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22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CrO
</a:t>
            </a:r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quantum-accurate method — and 5 of 6 DFT flavors — agree.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641080" y="3703320"/>
            <a:ext cx="2971800" cy="2057400"/>
          </a:xfrm>
          <a:prstGeom prst="roundRect">
            <a:avLst>
              <a:gd name="adj" fmla="val 4000"/>
            </a:avLst>
          </a:prstGeom>
          <a:solidFill>
            <a:srgbClr val="FDECEC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823960" y="3886200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20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B3LYP → NiO
</a:t>
            </a:r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popular flavor picks the wrong molecule.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49808" y="1371600"/>
            <a:ext cx="17922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molecules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33472" y="1371600"/>
            <a:ext cx="2194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61488" y="1371600"/>
            <a:ext cx="2011680" cy="1051560"/>
          </a:xfrm>
          <a:prstGeom prst="roundRect">
            <a:avLst>
              <a:gd name="adj" fmla="val 7826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871216" y="1371600"/>
            <a:ext cx="17922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quick-screens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2194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82896" y="1371600"/>
            <a:ext cx="361188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92624" y="1371600"/>
            <a:ext cx="339242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check on the tricky ones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76488" y="1371600"/>
            <a:ext cx="2194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04504" y="1371600"/>
            <a:ext cx="3063240" cy="1051560"/>
          </a:xfrm>
          <a:prstGeom prst="roundRect">
            <a:avLst>
              <a:gd name="adj" fmla="val 7826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14232" y="1371600"/>
            <a:ext cx="28437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winner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606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quantum-accurate check sits right where DFT is unreliable — catching a wrong pick before the months-long build.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10881360" cy="2331720"/>
          </a:xfrm>
          <a:prstGeom prst="roundRect">
            <a:avLst>
              <a:gd name="adj" fmla="val 3529"/>
            </a:avLst>
          </a:prstGeom>
          <a:solidFill>
            <a:srgbClr val="FBFBF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rough cost of picking wrong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" y="4114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≈ N · f</a:t>
            </a:r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p · 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47091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candidates screened × how many are 'tricky' × how often the shortcut mis-picks × cost per wrong build. Every number is yours to fill in — the point is the mechanism is real and measured.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Honest, and you can check it yourself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691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result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21214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popular method picks the wrong molecule; the quantum-accurate one picks the right one — matching experiment.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print, stated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353872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test, a simplified model — the pattern is real, not the exact dollar figure.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4526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Re-runnable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95604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reproduce it: one script, committed data, no special access.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2026-07-24T21:32:04Z</dcterms:created>
  <dcterms:modified xsi:type="dcterms:W3CDTF">2026-07-24T21:32:04Z</dcterms:modified>
</cp:coreProperties>
</file>