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DFT Picks the Wrong Molecule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quantum-accurate candidate decision that inverts a widely-used DFT ranking — and matches the experiment.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48463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
</a:t>
            </a:r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48463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931920" y="484632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48463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
</a:t>
            </a:r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5257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 2026 · Phase 3 · Advanced Materials (Mitsubishi Chemical &amp; AIST)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candidate do you synthesize?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is the standard pre-synthesis filter. But its functional choice can flip the answer exactly where it matters most — strongly-correlated (multireference) metal-oxide chemistry, the heart of EUV resists.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5544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eV
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six DFT functionals</a:t>
            </a:r>
            <a:endParaRPr lang="en-US" sz="4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molecule's spin-state gap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103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bites here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CrO, one of the six functionals — B3LYP, the single most-used functional — assigns the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ground state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(spin-gap −0.08 eV vs the true +1.89 eV). A screen built on it inherits that error and mis-ranks the candidate.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frozen, testable decision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 — CrO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ground state: X⁵Π (quintet, S = 2).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high-spin center.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B — NiO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ground state: X³Σ⁻ (triplet, S = 1).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weaker high-spin preference than CrO.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(pre-registered)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both candidates by high-spin preference (spin-gap = E(low-spin) − E(high-spin)), computed by six DFT functionals and by a fixed CAS(10,10) CASCI/QSCI treatment. The decision rule was committed before the multireference numbers were computed.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multireference selector is right — B3LYP inverts it</a:t>
            </a:r>
            <a:endParaRPr lang="en-US" sz="3000" dirty="0"/>
          </a:p>
        </p:txBody>
      </p:sp>
      <p:pic>
        <p:nvPicPr>
          <p:cNvPr id="3" name="Image 0" descr="/home/user/potomac_advancedmaterials/results/candidate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7955280" cy="4617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80160"/>
            <a:ext cx="297180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823960" y="146304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CrO
</a:t>
            </a:r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functionals + CASCI/QSCI agree; matches CrO's experimental X⁵Π.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41080" y="3703320"/>
            <a:ext cx="2971800" cy="20574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23960" y="38862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B3LYP → NiO
</a:t>
            </a:r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functional inverts the ranking — advances the wrong candidate.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quantum-accurate check pays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371600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33472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61488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71216" y="1371600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filters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82896" y="137160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371600"/>
            <a:ext cx="3392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QSCI-accurate check on multireference candidates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76488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04504" y="1371600"/>
            <a:ext cx="306324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14232" y="1371600"/>
            <a:ext cx="2843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selects → synthesize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interception point: catch the flipped ranking before the months-long synthesis commit.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10881360" cy="2331720"/>
          </a:xfrm>
          <a:prstGeom prst="roundRect">
            <a:avLst>
              <a:gd name="adj" fmla="val 3529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Avoidable waste (illustrative framework — plug your own numbers)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≈ N · f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 · 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screened × f_mr (multireference fraction) × p (mis-rank rate) × C (cost per false lead). Dollar inputs are placeholders; the measured facts are the 1.9 eV spread, the B3LYP sign-error, and the ranking inversion. Multi-fidelity screening shows up to 3× cost reduction (Fare 2022).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Decision-robust. Verifiable. Honest.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Decision-robust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1214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functionals + CASCI/QSCI pick CrO; B3LYP alone inverts. The multireference selector doesn't flip.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53872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modest CAS(10,10)/def2-SVP; the claim is the ranking/sign (which candidate), not a benchmark gap magnitude.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9560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src/candidate_decision.py → results/candidate_decision_evidence.json. Frozen rule, committed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2026-07-24T21:32:04Z</dcterms:created>
  <dcterms:modified xsi:type="dcterms:W3CDTF">2026-07-24T21:32:04Z</dcterms:modified>
</cp:coreProperties>
</file>